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5410D-079F-4C82-95BE-8438D451E042}" v="5" dt="2026-10-14T15:50:3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17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Cortez Camacho" userId="67f31775-5b51-4f14-9b51-5280426dcae7" providerId="ADAL" clId="{F8BCDF9B-28F2-4559-85ED-353978150DF5}"/>
    <pc:docChg chg="modSld">
      <pc:chgData name="Mateus Cortez Camacho" userId="67f31775-5b51-4f14-9b51-5280426dcae7" providerId="ADAL" clId="{F8BCDF9B-28F2-4559-85ED-353978150DF5}" dt="2026-10-14T15:50:33.287" v="4" actId="22"/>
      <pc:docMkLst>
        <pc:docMk/>
      </pc:docMkLst>
      <pc:sldChg chg="addSp modSp mod addAnim">
        <pc:chgData name="Mateus Cortez Camacho" userId="67f31775-5b51-4f14-9b51-5280426dcae7" providerId="ADAL" clId="{F8BCDF9B-28F2-4559-85ED-353978150DF5}" dt="2026-10-14T15:50:33.287" v="4" actId="22"/>
        <pc:sldMkLst>
          <pc:docMk/>
          <pc:sldMk cId="1550094327" sldId="256"/>
        </pc:sldMkLst>
        <pc:graphicFrameChg chg="add mod modGraphic">
          <ac:chgData name="Mateus Cortez Camacho" userId="67f31775-5b51-4f14-9b51-5280426dcae7" providerId="ADAL" clId="{F8BCDF9B-28F2-4559-85ED-353978150DF5}" dt="2026-10-14T15:49:58.877" v="3" actId="339"/>
          <ac:graphicFrameMkLst>
            <pc:docMk/>
            <pc:sldMk cId="1550094327" sldId="256"/>
            <ac:graphicFrameMk id="2" creationId="{97DBFE53-1883-C3C3-404E-4DF3ED934B59}"/>
          </ac:graphicFrameMkLst>
        </pc:graphicFrameChg>
        <pc:picChg chg="add">
          <ac:chgData name="Mateus Cortez Camacho" userId="67f31775-5b51-4f14-9b51-5280426dcae7" providerId="ADAL" clId="{F8BCDF9B-28F2-4559-85ED-353978150DF5}" dt="2026-10-14T15:50:33.287" v="4" actId="22"/>
          <ac:picMkLst>
            <pc:docMk/>
            <pc:sldMk cId="1550094327" sldId="256"/>
            <ac:picMk id="4" creationId="{EFA04887-FC4D-9256-507D-1F37E2B2742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632701A-7E75-8875-A9C9-99CE346D49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2BDFBD-8A54-3940-0DBE-B3A780E442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2B2E3-29C0-4CAE-A5D4-2F2B99DD7C60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EDF10E-E720-E0E2-032F-76E8FDFF04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A323AB-41A6-6E1A-3C8C-CB8971012D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A5EFD-0571-481C-B0E2-F03FE988F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295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DA9EA-8FEE-47D1-9A37-0E7200962BE0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472677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75356-DC36-45F2-A9C1-A8E22280463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21D7541D-A8BF-C849-74D6-5F3E13282F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19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gradFill>
          <a:gsLst>
            <a:gs pos="74000">
              <a:schemeClr val="accent1">
                <a:lumMod val="75000"/>
              </a:schemeClr>
            </a:gs>
            <a:gs pos="28000">
              <a:schemeClr val="accent2">
                <a:lumMod val="50000"/>
              </a:schemeClr>
            </a:gs>
            <a:gs pos="0">
              <a:schemeClr val="accent2">
                <a:lumMod val="5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ta: Pentágono 13">
            <a:extLst>
              <a:ext uri="{FF2B5EF4-FFF2-40B4-BE49-F238E27FC236}">
                <a16:creationId xmlns:a16="http://schemas.microsoft.com/office/drawing/2014/main" id="{524A66CF-2027-5E63-D98A-C50F0AB0669C}"/>
              </a:ext>
            </a:extLst>
          </p:cNvPr>
          <p:cNvSpPr/>
          <p:nvPr userDrawn="1"/>
        </p:nvSpPr>
        <p:spPr>
          <a:xfrm>
            <a:off x="0" y="3241327"/>
            <a:ext cx="10567686" cy="1045368"/>
          </a:xfrm>
          <a:prstGeom prst="homePlate">
            <a:avLst>
              <a:gd name="adj" fmla="val 26486"/>
            </a:avLst>
          </a:prstGeom>
          <a:solidFill>
            <a:schemeClr val="bg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Gráfico 8" descr="Avião com preenchimento sólido">
            <a:extLst>
              <a:ext uri="{FF2B5EF4-FFF2-40B4-BE49-F238E27FC236}">
                <a16:creationId xmlns:a16="http://schemas.microsoft.com/office/drawing/2014/main" id="{092DFFAF-1B2A-4287-AE8B-DFB6E991B6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0302080" y="4270011"/>
            <a:ext cx="1763716" cy="1763716"/>
          </a:xfrm>
          <a:prstGeom prst="rect">
            <a:avLst/>
          </a:prstGeom>
        </p:spPr>
      </p:pic>
      <p:pic>
        <p:nvPicPr>
          <p:cNvPr id="11" name="Gráfico 10" descr="Avião com preenchimento sólido">
            <a:extLst>
              <a:ext uri="{FF2B5EF4-FFF2-40B4-BE49-F238E27FC236}">
                <a16:creationId xmlns:a16="http://schemas.microsoft.com/office/drawing/2014/main" id="{ED36A9D1-3674-2A80-88B1-5049FFB4B3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9861551" y="3031309"/>
            <a:ext cx="1445419" cy="1445419"/>
          </a:xfrm>
          <a:prstGeom prst="rect">
            <a:avLst/>
          </a:prstGeom>
        </p:spPr>
      </p:pic>
      <p:sp>
        <p:nvSpPr>
          <p:cNvPr id="16" name="Seta: Pentágono 15">
            <a:extLst>
              <a:ext uri="{FF2B5EF4-FFF2-40B4-BE49-F238E27FC236}">
                <a16:creationId xmlns:a16="http://schemas.microsoft.com/office/drawing/2014/main" id="{15681BF9-58B3-D87F-DBFE-34BB1AE0D8C0}"/>
              </a:ext>
            </a:extLst>
          </p:cNvPr>
          <p:cNvSpPr/>
          <p:nvPr userDrawn="1"/>
        </p:nvSpPr>
        <p:spPr>
          <a:xfrm>
            <a:off x="0" y="4524349"/>
            <a:ext cx="11181144" cy="1256507"/>
          </a:xfrm>
          <a:prstGeom prst="homePlate">
            <a:avLst>
              <a:gd name="adj" fmla="val 21938"/>
            </a:avLst>
          </a:prstGeom>
          <a:solidFill>
            <a:schemeClr val="bg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12765D7-16BF-85E2-07FC-FAAB700765B9}"/>
              </a:ext>
            </a:extLst>
          </p:cNvPr>
          <p:cNvSpPr txBox="1"/>
          <p:nvPr userDrawn="1"/>
        </p:nvSpPr>
        <p:spPr>
          <a:xfrm>
            <a:off x="5090362" y="6335196"/>
            <a:ext cx="2011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  <a:latin typeface="Abadi" panose="020B0604020104020204" pitchFamily="34" charset="0"/>
              </a:rPr>
              <a:t>PROJETO 2 – CB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7988F2A-AA1E-0C80-CDB1-477F02CB3865}"/>
              </a:ext>
            </a:extLst>
          </p:cNvPr>
          <p:cNvGrpSpPr/>
          <p:nvPr userDrawn="1"/>
        </p:nvGrpSpPr>
        <p:grpSpPr>
          <a:xfrm>
            <a:off x="367171" y="4828703"/>
            <a:ext cx="4049862" cy="646331"/>
            <a:chOff x="4232258" y="4062878"/>
            <a:chExt cx="4049862" cy="646331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758DE23-8D81-1971-25BC-487C9584DF77}"/>
                </a:ext>
              </a:extLst>
            </p:cNvPr>
            <p:cNvSpPr txBox="1"/>
            <p:nvPr userDrawn="1"/>
          </p:nvSpPr>
          <p:spPr>
            <a:xfrm>
              <a:off x="4232258" y="4062878"/>
              <a:ext cx="144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  <a:latin typeface="Abadi" panose="020B0604020104020204" pitchFamily="34" charset="0"/>
                </a:rPr>
                <a:t>Integrantes: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D7119C8-EBC3-FC8A-5FDC-BA283CD65F27}"/>
                </a:ext>
              </a:extLst>
            </p:cNvPr>
            <p:cNvSpPr txBox="1"/>
            <p:nvPr userDrawn="1"/>
          </p:nvSpPr>
          <p:spPr>
            <a:xfrm>
              <a:off x="5591969" y="4062878"/>
              <a:ext cx="269015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>
                  <a:solidFill>
                    <a:schemeClr val="bg1"/>
                  </a:solidFill>
                  <a:latin typeface="Abadi" panose="020B0604020104020204" pitchFamily="34" charset="0"/>
                </a:rPr>
                <a:t>Anna Albuquerque</a:t>
              </a:r>
            </a:p>
            <a:p>
              <a:r>
                <a:rPr lang="pt-BR" sz="1800" dirty="0">
                  <a:solidFill>
                    <a:schemeClr val="bg1"/>
                  </a:solidFill>
                  <a:latin typeface="Abadi" panose="020B0604020104020204" pitchFamily="34" charset="0"/>
                </a:rPr>
                <a:t>Mateus Cortez Camacho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72343FE-07BA-2C80-2BB1-03EBF43093D9}"/>
              </a:ext>
            </a:extLst>
          </p:cNvPr>
          <p:cNvSpPr txBox="1"/>
          <p:nvPr userDrawn="1"/>
        </p:nvSpPr>
        <p:spPr>
          <a:xfrm>
            <a:off x="1442977" y="1801914"/>
            <a:ext cx="93060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badi" panose="020B0604020104020204" pitchFamily="34" charset="0"/>
              </a:rPr>
              <a:t>Análise dos atrasos em viagens aéreas pelas três maiores empresas brasileiras (LATAM, GOL e Azul)</a:t>
            </a:r>
          </a:p>
        </p:txBody>
      </p:sp>
    </p:spTree>
    <p:extLst>
      <p:ext uri="{BB962C8B-B14F-4D97-AF65-F5344CB8AC3E}">
        <p14:creationId xmlns:p14="http://schemas.microsoft.com/office/powerpoint/2010/main" val="51850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256B0-2849-63DF-1FB3-CB360260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0A932F-5D9D-E3E4-583B-618158BB6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D9853E-90CD-C734-E2C7-FBB52436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3EDCC8-06D7-1A59-9667-B1D1EC62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450834-3DE2-9DC4-46EB-0864B5C1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70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1CA4E-ABD1-3874-73DF-7BE878AB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B8A608-7082-6BAB-E322-F51905CC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D64DA3-FE52-7383-E533-C2AE2C39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311631-815E-1829-626D-2DFC14C7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BEF050-B09F-14E0-883C-1045D1FD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2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DC389-BB35-B379-7FCA-5C70D818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FF7DF-93F4-E540-7583-7F4B46810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963035-1A7D-22CD-9146-6A85D2974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09E2A5-0521-2974-3F88-ED95784C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466BC4-0EFD-6A17-E379-86F01F60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FB2ABA-4373-9686-1B5F-42157D1F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76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D34DB-13C5-7DB3-B128-575E7788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1476F6-A7D5-EDB2-A417-F74D08F37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F97A31-2FBD-1180-9043-86B603771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CC0B13-64CC-5CB5-429B-70CEAC986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1E9262-C0DA-5141-6C85-664B3E4F5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6A83AC-3B86-2E38-651B-EE16D17C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F1754C1-758C-E7DF-0B29-2CF8EC4C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D06B10C-B8C8-9D27-B0DD-B756A4B6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942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CB5B7-C502-4604-FED8-D0322174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024438-023E-6FB1-7C02-E3CA1AFE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DD0458-1D1F-E682-AF98-06FB6F67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1AC02A-55C6-CC21-DBC7-03D77B11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83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D66DC5-EA16-F051-01EB-3E0C3B79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E7CD96-DBA3-9519-2BA1-9B2D3FB2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E43E12-D957-B045-18D1-5AF47E04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1197D-E009-50D0-3676-C1FECFD8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EB98A-73D4-E48B-218C-F5EA25B53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11C639-C758-CD8B-258F-C16A242DB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99D4EA-6553-7C44-70F1-678994D4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E7E550-F6D6-9BA3-4893-7CA53E71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05DED3-8A76-BDF2-EAE8-7F6C4B15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41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CB079-F37B-2143-E55D-540D5CE6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EA7BB8-CCF8-EBFF-EB98-EB8CA3FB4A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4EC57B-4BE8-C0B4-C688-ECD57E95F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6536FA-55D6-6E04-60E1-6504A050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613B65-9986-F07F-7DED-B0C20604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A82C90-6B22-CFEC-F537-AF76AC00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56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FE140-0DE3-B144-7446-2246700F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649D32-0C37-2509-DDB7-D14C6940E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5F677-81FA-4FC2-9D64-3BC766B9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DBAA39-4990-EA86-5217-9A6693A1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C9B989-EC80-3EF1-50CA-C70C03D3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5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462CE6-E2FC-431A-B5CD-CB5AEB3F4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445AFE-8A40-50A2-E38A-7F9E1BEDA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5ECD4F-92B5-F7E3-D616-625BEFF2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E3E-EC3E-4DB2-AA8B-02595FBFE592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544278-EB6A-62A4-8B91-3D6F2030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57B66-DB60-EBE9-D791-6C0B562B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03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F8CF3B3-97FB-F25B-A0DA-BC28BAF0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</a:t>
            </a:r>
            <a:r>
              <a:rPr lang="pt-BR" dirty="0" err="1"/>
              <a:t>Mestr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08AC1B-33F3-2FCA-5491-7999CAF25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8111CB-C1A8-73C4-BA88-C8F3449B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 dirty="0" err="1"/>
              <a:t>fcc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2CF08-F991-1626-C0D7-9C494A826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862C99-F4A3-8AC8-5B63-35699D21E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68573-11F3-43C1-B19F-85ABF564B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85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apagaio de pirata">
                <a:extLst>
                  <a:ext uri="{FF2B5EF4-FFF2-40B4-BE49-F238E27FC236}">
                    <a16:creationId xmlns:a16="http://schemas.microsoft.com/office/drawing/2014/main" id="{97DBFE53-1883-C3C3-404E-4DF3ED934B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1343094"/>
                  </p:ext>
                </p:extLst>
              </p:nvPr>
            </p:nvGraphicFramePr>
            <p:xfrm>
              <a:off x="5001170" y="2454287"/>
              <a:ext cx="4451075" cy="401419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51075" cy="4014196"/>
                    </a:xfrm>
                    <a:prstGeom prst="rect">
                      <a:avLst/>
                    </a:prstGeom>
                  </am3d:spPr>
                  <am3d:camera>
                    <am3d:pos x="0" y="0" z="772446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299054" d="1000000"/>
                    <am3d:preTrans dx="574601" dy="-24009027" dz="-5153486"/>
                    <am3d:scale>
                      <am3d:sx n="1000000" d="1000000"/>
                      <am3d:sy n="1000000" d="1000000"/>
                      <am3d:sz n="1000000" d="1000000"/>
                    </am3d:scale>
                    <am3d:rot ax="150750" ay="-1237386" az="-53126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233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apagaio de pirata">
                <a:extLst>
                  <a:ext uri="{FF2B5EF4-FFF2-40B4-BE49-F238E27FC236}">
                    <a16:creationId xmlns:a16="http://schemas.microsoft.com/office/drawing/2014/main" id="{97DBFE53-1883-C3C3-404E-4DF3ED934B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1170" y="2454287"/>
                <a:ext cx="4451075" cy="4014196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EFA04887-FC4D-9256-507D-1F37E2B27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11" y="403228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9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233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Personalizada 1">
      <a:dk1>
        <a:srgbClr val="1A2B4C"/>
      </a:dk1>
      <a:lt1>
        <a:srgbClr val="A4CAF9"/>
      </a:lt1>
      <a:dk2>
        <a:srgbClr val="1A2B4C"/>
      </a:dk2>
      <a:lt2>
        <a:srgbClr val="A4CAF9"/>
      </a:lt2>
      <a:accent1>
        <a:srgbClr val="EF7D65"/>
      </a:accent1>
      <a:accent2>
        <a:srgbClr val="EF7D65"/>
      </a:accent2>
      <a:accent3>
        <a:srgbClr val="EF7D65"/>
      </a:accent3>
      <a:accent4>
        <a:srgbClr val="EF7D65"/>
      </a:accent4>
      <a:accent5>
        <a:srgbClr val="EF7D65"/>
      </a:accent5>
      <a:accent6>
        <a:srgbClr val="EF7D65"/>
      </a:accent6>
      <a:hlink>
        <a:srgbClr val="215E99"/>
      </a:hlink>
      <a:folHlink>
        <a:srgbClr val="215E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Abadi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Luiza Braga de Albuquerque</dc:creator>
  <cp:lastModifiedBy>Mateus Cortez Camacho</cp:lastModifiedBy>
  <cp:revision>2</cp:revision>
  <dcterms:created xsi:type="dcterms:W3CDTF">2026-10-13T23:25:38Z</dcterms:created>
  <dcterms:modified xsi:type="dcterms:W3CDTF">2026-10-14T19:39:48Z</dcterms:modified>
</cp:coreProperties>
</file>